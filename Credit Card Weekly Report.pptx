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9"/>
  </p:notesMasterIdLst>
  <p:handoutMasterIdLst>
    <p:handoutMasterId r:id="rId10"/>
  </p:handoutMasterIdLst>
  <p:sldIdLst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30"/>
  </p:normalViewPr>
  <p:slideViewPr>
    <p:cSldViewPr showGuides="1">
      <p:cViewPr>
        <p:scale>
          <a:sx n="83" d="100"/>
          <a:sy n="83" d="100"/>
        </p:scale>
        <p:origin x="39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9/4/2026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9/4/2026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9/4/2026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9/4/2026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9/4/2026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9/4/2026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9/4/2026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9/4/2026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9/4/2026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9/4/2026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9/4/2026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report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6261-8A89-D503-D347-93D5502F3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C2D71-78CA-3915-ADDE-9CA177151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SQL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&amp; DAX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8E0E9-6E33-8F0F-F302-C26270C81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032" y="1204912"/>
            <a:ext cx="508635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7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0010D-8F45-6C95-4D86-C616FE60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F419E-A350-672D-0862-4F2A31025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comprehensive credit 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weekly dashboard that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insights into key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and trends,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stakeholders to monitor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analyze credit card operations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AA504-A02D-437A-AFE9-7A79B5C02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1447801"/>
            <a:ext cx="3600400" cy="421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7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C6DA-9AB8-BAA8-0D33-1CFB30F3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Insights-week 53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770E9-17AD-40C6-79A1-5260ED993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WoW change: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increased by 28.8%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YTD: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revenue is 57M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interest is 8M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 amount is 46M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are contributing more in revenue 31M, female 26M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&amp; Silver credit cards are contributing to 93% of overall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Activation rate is 57.5%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Delinquent rate is 6.06%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8E42F-DF96-FD5C-69BF-3ACCD0489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528" y="1772816"/>
            <a:ext cx="4295775" cy="469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8582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{D2730184-7CBC-4644-97CB-719C3F586060}0f45c1b8-b519-4737-8f12-a18148944ef7-TFfcaeb239-e0ad-43c4-9739-4084ddd7c62fe496f549_win32</Template>
  <TotalTime>29</TotalTime>
  <Words>119</Words>
  <Application>Microsoft Office PowerPoint</Application>
  <PresentationFormat>Widescreen</PresentationFormat>
  <Paragraphs>29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Bahnschrift SemiLight</vt:lpstr>
      <vt:lpstr>Times New Roman</vt:lpstr>
      <vt:lpstr>Blockwork elegance</vt:lpstr>
      <vt:lpstr>Credit card  weekly status report</vt:lpstr>
      <vt:lpstr>Agendas</vt:lpstr>
      <vt:lpstr>Project objective</vt:lpstr>
      <vt:lpstr>Project Insights-week 53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Umer Mehmood</dc:creator>
  <cp:lastModifiedBy>Muhammad Umer Mehmood</cp:lastModifiedBy>
  <cp:revision>1</cp:revision>
  <dcterms:created xsi:type="dcterms:W3CDTF">2026-09-04T21:15:27Z</dcterms:created>
  <dcterms:modified xsi:type="dcterms:W3CDTF">2026-09-04T21:45:13Z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